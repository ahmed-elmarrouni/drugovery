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80F746-6ADB-4FF4-8770-BFB9463C572D}" v="5" dt="2025-03-06T11:51:10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24005-A6F2-44E3-B239-62A5D784E7F0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B6448-BCBE-4367-BFBE-5F516A35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108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6763B-8366-42EA-A9B8-A4E6DCB2F63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258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692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5029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677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042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335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3604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766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2588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4050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355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01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080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244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906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B6448-BCBE-4367-BFBE-5F516A3586DF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459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0FF9C9-07F0-4385-A42E-A1F3F69EF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214016-512E-4995-AAA8-ACBC0487F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BF0613-E297-42BF-8A6A-95AE89D8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966DDC-8B8C-4C92-B161-C64E8C94E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AB146A-0AB3-400B-BEFA-1F425102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6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3B00D4-8F0F-4D8C-98A2-3CB860F0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D9B704-F474-4578-B50F-C0FA45443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736742-D35A-4F6B-8CC6-0838D30E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D3E58D-A27A-4F61-BD68-962797AE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51FF12-8619-4F7D-94FF-6CAC6AF3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439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86F21E-693D-462B-9C92-8E03BCFD5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A71F33-EBA0-4534-9633-F328909CC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F0AC7F-B67A-4227-89A1-971BDD6B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FA2A7B-3B5F-4CD3-8A9C-C70E4E37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747120-4F84-4210-A272-BDF70437F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00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05AA2A-17E5-4003-955B-98A20E176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FCE027-C83C-47D9-B517-B8ED031B3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4CC9CA-D7B2-448D-AD77-116DA5767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26E0F7-D94C-46C8-95C5-6DAC74E0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595AF6-821F-4679-AAB1-7E9BAE08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5D1676-9A41-431C-93F4-0F7FAEB9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35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C1535D-519C-423A-A187-4BB8E719E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E76EED-E952-4C64-9785-19EE884C7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97D56F-B8C0-4360-A564-792C0BBAB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BADF299-C9C9-4B47-BB65-32FFAD859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ABB2A1E-DD78-4724-9C84-B42D616BA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C90333-541C-4E8A-A8AE-FF1C982E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8871003-E544-405E-8C09-616267AC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DA9581-7827-43B8-9A7B-843DB4CD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35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B22AF5-FBE5-4840-9C74-5F31175D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D2D18A-617C-42E6-82B6-EE2ECE24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82B9DF-D70C-4BD7-8F3B-DE8BF788B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C336AC-BCB1-42E5-9405-6481146A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215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24C4B35-4481-412E-B8D9-296D823AF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5BEE68-A28F-4919-AFE6-5FC8CF715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9E0B5A-869E-4A3F-9A00-DF4B3885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74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89C432-72B9-42DA-A21B-6F4CCD581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97B987-2335-4437-9107-FBBF135BA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C068E9-2B08-404D-AD07-96AC006B0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F7B464-2090-46BB-AA50-C27D4AF0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F8BC9F-E588-4E6F-9329-EE1CCCA0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390AEF-CEC6-41B6-AC60-B50876B5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8259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BABF4F-94FA-483B-9C61-3E41D6750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547ABF-0B27-4314-8FC1-FA7B02271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C63F0C-5EA8-47E2-AF58-C11E2E0E7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11ED69-2DFD-4E4F-B247-885460CD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48F72A-E0EF-4A40-831D-67A483A7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78EE31-85F4-4CC6-9400-2E537E12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7221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0362E0-D7F6-4EB5-B9B4-8236A7C8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D10C0D-A461-482C-8EA3-39BDA56B7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0B2150-275D-4D6D-97DF-142B2B6C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851A8F-7418-4BAE-A345-2539AF28C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776060-23CB-4F17-A135-FE036E91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086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BB1AA20-719F-46E5-BC76-E46F276A9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242E9C8-6608-44A9-A3B8-810095E16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B7A79A-EC41-4627-AD7A-2951EE62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E4B7BF-FA77-406B-9ACA-93B8D9E7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AECFE4-9BE3-4370-AF98-540F7AA7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747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FC1E206-D138-433F-85E3-13DAE463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A106906-FF53-4731-815C-B685873E2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B3B52E-552C-4413-9558-1BBCBB9D0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7998F-B9F4-405A-94E6-CCB454AF2EDD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AE2452-A447-4CFD-9417-B5B6C54F9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3E8E76-2DE6-4B5C-B77B-201AD526A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E418D-9069-491D-9D75-99AE47A33B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19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912" y="1714488"/>
            <a:ext cx="12216929" cy="1440160"/>
          </a:xfrm>
          <a:prstGeom prst="rect">
            <a:avLst/>
          </a:prstGeom>
          <a:solidFill>
            <a:srgbClr val="0070C0">
              <a:alpha val="8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Rectangle 2"/>
          <p:cNvSpPr/>
          <p:nvPr/>
        </p:nvSpPr>
        <p:spPr>
          <a:xfrm>
            <a:off x="5057756" y="2172958"/>
            <a:ext cx="20361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CA" sz="2800" kern="0" dirty="0">
                <a:solidFill>
                  <a:schemeClr val="bg1"/>
                </a:solidFill>
                <a:latin typeface="Century Gothic" pitchFamily="34" charset="0"/>
              </a:rPr>
              <a:t>Bachelor 3</a:t>
            </a:r>
            <a:endParaRPr lang="en-CA" sz="2800" b="1" kern="0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9674" y="3309732"/>
            <a:ext cx="11232301" cy="31085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fr-FR" sz="4400" dirty="0">
                <a:latin typeface="Century Gothic" pitchFamily="34" charset="0"/>
              </a:rPr>
              <a:t>Atelier pratique</a:t>
            </a:r>
          </a:p>
          <a:p>
            <a:pPr algn="ctr"/>
            <a:r>
              <a:rPr lang="fr-FR" sz="4400" b="1" dirty="0">
                <a:latin typeface="Century Gothic" pitchFamily="34" charset="0"/>
              </a:rPr>
              <a:t>Mise en place d’un CI / CD pipeline dans le Cloud</a:t>
            </a:r>
          </a:p>
          <a:p>
            <a:pPr algn="ctr"/>
            <a:endParaRPr lang="fr-FR" sz="1600" dirty="0">
              <a:latin typeface="Century Gothic" pitchFamily="34" charset="0"/>
            </a:endParaRPr>
          </a:p>
          <a:p>
            <a:pPr algn="ctr"/>
            <a:endParaRPr lang="fr-FR" sz="1600" dirty="0">
              <a:latin typeface="Century Gothic" pitchFamily="34" charset="0"/>
            </a:endParaRPr>
          </a:p>
          <a:p>
            <a:pPr algn="ctr"/>
            <a:endParaRPr lang="fr-FR" sz="1600" dirty="0">
              <a:latin typeface="Century Gothic" pitchFamily="34" charset="0"/>
            </a:endParaRPr>
          </a:p>
          <a:p>
            <a:pPr algn="ctr"/>
            <a:endParaRPr lang="fr-FR" sz="1600" dirty="0">
              <a:solidFill>
                <a:srgbClr val="000000"/>
              </a:solidFill>
              <a:latin typeface="Century Gothic" pitchFamily="34" charset="0"/>
            </a:endParaRPr>
          </a:p>
        </p:txBody>
      </p:sp>
      <p:pic>
        <p:nvPicPr>
          <p:cNvPr id="9" name="Picture 2" descr="SUPINFO Maroc devient Maroc Ynov Campus">
            <a:extLst>
              <a:ext uri="{FF2B5EF4-FFF2-40B4-BE49-F238E27FC236}">
                <a16:creationId xmlns:a16="http://schemas.microsoft.com/office/drawing/2014/main" id="{456D8DD7-25CE-4F42-A975-D4F05ED45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325" y="0"/>
            <a:ext cx="2292207" cy="114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74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652427" y="234950"/>
            <a:ext cx="88871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dirty="0">
                <a:solidFill>
                  <a:srgbClr val="0070C0"/>
                </a:solidFill>
                <a:latin typeface="Century Gothic" panose="020B0502020202020204" pitchFamily="34" charset="0"/>
              </a:rPr>
              <a:t>Objectif du Lab</a:t>
            </a:r>
            <a:endParaRPr lang="fr-FR" sz="4800" dirty="0">
              <a:solidFill>
                <a:srgbClr val="0070C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424075-AAD3-40A3-8CED-E8AB4DF75004}"/>
              </a:ext>
            </a:extLst>
          </p:cNvPr>
          <p:cNvSpPr txBox="1"/>
          <p:nvPr/>
        </p:nvSpPr>
        <p:spPr>
          <a:xfrm>
            <a:off x="3414444" y="2721114"/>
            <a:ext cx="5363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Century Gothic" panose="020B0502020202020204" pitchFamily="34" charset="0"/>
              </a:rPr>
              <a:t>Refaire le Lab1 avec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E0761A-9F3A-47DA-AB40-DB26FD2C9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792" y="4153067"/>
            <a:ext cx="4684415" cy="1585240"/>
          </a:xfrm>
          <a:prstGeom prst="rect">
            <a:avLst/>
          </a:prstGeom>
        </p:spPr>
      </p:pic>
      <p:pic>
        <p:nvPicPr>
          <p:cNvPr id="7" name="Graphique 6" descr="Mille contour">
            <a:extLst>
              <a:ext uri="{FF2B5EF4-FFF2-40B4-BE49-F238E27FC236}">
                <a16:creationId xmlns:a16="http://schemas.microsoft.com/office/drawing/2014/main" id="{3B9A93AD-8C01-41F9-A4CE-D2B083C45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0665" y="1932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4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652427" y="234950"/>
            <a:ext cx="88871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dirty="0">
                <a:solidFill>
                  <a:srgbClr val="0070C0"/>
                </a:solidFill>
                <a:latin typeface="Century Gothic" panose="020B0502020202020204" pitchFamily="34" charset="0"/>
              </a:rPr>
              <a:t>Connexion à GitLab</a:t>
            </a:r>
            <a:endParaRPr lang="fr-FR" sz="4400" dirty="0">
              <a:solidFill>
                <a:srgbClr val="0070C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6DFA13B-A726-4AEC-BA27-54BD95583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410" y="1736333"/>
            <a:ext cx="9261180" cy="40808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9263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652427" y="234950"/>
            <a:ext cx="88871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dirty="0">
                <a:solidFill>
                  <a:srgbClr val="0070C0"/>
                </a:solidFill>
                <a:latin typeface="Century Gothic" panose="020B0502020202020204" pitchFamily="34" charset="0"/>
              </a:rPr>
              <a:t>Création d’un nouveau projet</a:t>
            </a:r>
            <a:endParaRPr lang="fr-FR" sz="4400" dirty="0">
              <a:solidFill>
                <a:srgbClr val="0070C0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04CC897-6032-4132-BA89-A8606E7CE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73" y="1703994"/>
            <a:ext cx="10620054" cy="39046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198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234950"/>
            <a:ext cx="11507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Lancement d’un CI/CD pipeline à partir d’un répertoire externe</a:t>
            </a:r>
            <a:endParaRPr lang="fr-FR" sz="3600" dirty="0">
              <a:solidFill>
                <a:srgbClr val="0070C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CAF8835-BCEA-44B8-BB50-B0B4F8488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672" y="1849976"/>
            <a:ext cx="9068656" cy="42529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87CD950-A4C3-4694-BAED-8A39CCB7817C}"/>
              </a:ext>
            </a:extLst>
          </p:cNvPr>
          <p:cNvSpPr/>
          <p:nvPr/>
        </p:nvSpPr>
        <p:spPr>
          <a:xfrm>
            <a:off x="6565186" y="4525132"/>
            <a:ext cx="3493214" cy="10640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462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234950"/>
            <a:ext cx="11507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Lancement d’un CI/CD pipeline à partir d’un répertoire externe : Choisir GitHub</a:t>
            </a:r>
            <a:endParaRPr lang="fr-FR" sz="3600" dirty="0">
              <a:solidFill>
                <a:srgbClr val="0070C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638B57-548E-4C58-BDC4-FB5FA8D66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02" y="2068792"/>
            <a:ext cx="11507056" cy="29152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0A27D57-B8DA-48FF-B5F1-119C2C019AEE}"/>
              </a:ext>
            </a:extLst>
          </p:cNvPr>
          <p:cNvSpPr/>
          <p:nvPr/>
        </p:nvSpPr>
        <p:spPr>
          <a:xfrm>
            <a:off x="3267182" y="4428162"/>
            <a:ext cx="836506" cy="4133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305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234950"/>
            <a:ext cx="1150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GitHub : Création d’un jeton de connexion</a:t>
            </a:r>
            <a:endParaRPr lang="fr-FR" sz="3600" dirty="0">
              <a:solidFill>
                <a:srgbClr val="0070C0"/>
              </a:solidFill>
            </a:endParaRP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FCE6E3D2-6DCD-4B6E-BE1F-F43F7BEB0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02" y="2175474"/>
            <a:ext cx="6728788" cy="37339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81AE9F6F-3D8A-43CE-A9BB-B632D288A0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648" y="948577"/>
            <a:ext cx="5060950" cy="5530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0782211-CEB2-4FF4-8351-6C5B26D491FC}"/>
              </a:ext>
            </a:extLst>
          </p:cNvPr>
          <p:cNvSpPr txBox="1"/>
          <p:nvPr/>
        </p:nvSpPr>
        <p:spPr>
          <a:xfrm>
            <a:off x="277402" y="1028029"/>
            <a:ext cx="53631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entury Gothic" panose="020B0502020202020204" pitchFamily="34" charset="0"/>
              </a:rPr>
              <a:t>Il faudra :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entury Gothic" panose="020B0502020202020204" pitchFamily="34" charset="0"/>
              </a:rPr>
              <a:t>Associer un nom au jeton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entury Gothic" panose="020B0502020202020204" pitchFamily="34" charset="0"/>
              </a:rPr>
              <a:t>Cocher : </a:t>
            </a:r>
            <a:r>
              <a:rPr lang="fr-FR" sz="2000" b="1" dirty="0">
                <a:latin typeface="Century Gothic" panose="020B0502020202020204" pitchFamily="34" charset="0"/>
              </a:rPr>
              <a:t>repo</a:t>
            </a:r>
            <a:r>
              <a:rPr lang="fr-FR" sz="2000" dirty="0">
                <a:latin typeface="Century Gothic" panose="020B0502020202020204" pitchFamily="34" charset="0"/>
              </a:rPr>
              <a:t> et </a:t>
            </a:r>
            <a:r>
              <a:rPr lang="fr-FR" sz="2000" b="1" dirty="0" err="1">
                <a:latin typeface="Century Gothic" panose="020B0502020202020204" pitchFamily="34" charset="0"/>
              </a:rPr>
              <a:t>admin:repo_hook</a:t>
            </a:r>
            <a:endParaRPr lang="fr-FR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09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234950"/>
            <a:ext cx="1150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GitHub  : Génération du jeton</a:t>
            </a:r>
            <a:endParaRPr lang="fr-FR" sz="3600" dirty="0">
              <a:solidFill>
                <a:srgbClr val="0070C0"/>
              </a:solidFill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2245829C-717B-4FA8-B5D7-84CB900BF6D9}"/>
              </a:ext>
            </a:extLst>
          </p:cNvPr>
          <p:cNvGrpSpPr/>
          <p:nvPr/>
        </p:nvGrpSpPr>
        <p:grpSpPr>
          <a:xfrm>
            <a:off x="1657350" y="1888104"/>
            <a:ext cx="8877300" cy="3790950"/>
            <a:chOff x="1657350" y="1888104"/>
            <a:chExt cx="8877300" cy="3790950"/>
          </a:xfrm>
        </p:grpSpPr>
        <p:pic>
          <p:nvPicPr>
            <p:cNvPr id="5" name="Image 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0EDDE54-C8F7-4721-9865-95C592BB8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7350" y="1888104"/>
              <a:ext cx="8877300" cy="379095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862FFD-AB9E-4A32-9238-E2DFA9870D96}"/>
                </a:ext>
              </a:extLst>
            </p:cNvPr>
            <p:cNvSpPr/>
            <p:nvPr/>
          </p:nvSpPr>
          <p:spPr>
            <a:xfrm>
              <a:off x="4150760" y="3955549"/>
              <a:ext cx="914400" cy="2465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410868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234950"/>
            <a:ext cx="1150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GitLab  : Authentification avec le jeton GitHub</a:t>
            </a:r>
            <a:endParaRPr lang="fr-FR" sz="3600" dirty="0">
              <a:solidFill>
                <a:srgbClr val="0070C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B66AA0-1933-4626-BFAF-56D462A18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1580022"/>
            <a:ext cx="10845800" cy="36979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82129F-E3EB-40D4-B69E-B8FB65412B96}"/>
              </a:ext>
            </a:extLst>
          </p:cNvPr>
          <p:cNvSpPr/>
          <p:nvPr/>
        </p:nvSpPr>
        <p:spPr>
          <a:xfrm>
            <a:off x="852756" y="3893904"/>
            <a:ext cx="914400" cy="246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7104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234950"/>
            <a:ext cx="1150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Importation du projet souhaité</a:t>
            </a:r>
            <a:endParaRPr lang="fr-FR" sz="3600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2129F-E3EB-40D4-B69E-B8FB65412B96}"/>
              </a:ext>
            </a:extLst>
          </p:cNvPr>
          <p:cNvSpPr/>
          <p:nvPr/>
        </p:nvSpPr>
        <p:spPr>
          <a:xfrm>
            <a:off x="852756" y="3893904"/>
            <a:ext cx="914400" cy="246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 descr="Une image contenant table&#10;&#10;Description générée automatiquement">
            <a:extLst>
              <a:ext uri="{FF2B5EF4-FFF2-40B4-BE49-F238E27FC236}">
                <a16:creationId xmlns:a16="http://schemas.microsoft.com/office/drawing/2014/main" id="{3F1EB23B-CC93-40A0-9C8B-B197C6783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9" y="967435"/>
            <a:ext cx="10709061" cy="41890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45058189-46F3-4456-9DD9-D7309F1DB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4" y="4581009"/>
            <a:ext cx="11855450" cy="2146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586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91114"/>
            <a:ext cx="1150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Le projet du Lab1 (</a:t>
            </a:r>
            <a:r>
              <a:rPr lang="fr-FR" sz="3600" dirty="0" err="1">
                <a:solidFill>
                  <a:srgbClr val="0070C0"/>
                </a:solidFill>
                <a:latin typeface="Century Gothic" panose="020B0502020202020204" pitchFamily="34" charset="0"/>
              </a:rPr>
              <a:t>my-app</a:t>
            </a:r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) sur GitLab</a:t>
            </a:r>
            <a:endParaRPr lang="fr-FR" sz="3600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2129F-E3EB-40D4-B69E-B8FB65412B96}"/>
              </a:ext>
            </a:extLst>
          </p:cNvPr>
          <p:cNvSpPr/>
          <p:nvPr/>
        </p:nvSpPr>
        <p:spPr>
          <a:xfrm>
            <a:off x="852756" y="3893904"/>
            <a:ext cx="914400" cy="246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C0CA4C5D-6455-4DFB-93C1-36B6CF80C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8" y="881281"/>
            <a:ext cx="7531546" cy="36385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58D2A12A-EF49-44F1-A57E-DDF1FB2C3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782" y="3126984"/>
            <a:ext cx="9385300" cy="3638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064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91114"/>
            <a:ext cx="45514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rgbClr val="0070C0"/>
                </a:solidFill>
                <a:latin typeface="Century Gothic" panose="020B0502020202020204" pitchFamily="34" charset="0"/>
              </a:rPr>
              <a:t>Le projet </a:t>
            </a:r>
            <a:r>
              <a:rPr lang="fr-FR" sz="2800" dirty="0" err="1">
                <a:solidFill>
                  <a:srgbClr val="0070C0"/>
                </a:solidFill>
                <a:latin typeface="Century Gothic" panose="020B0502020202020204" pitchFamily="34" charset="0"/>
              </a:rPr>
              <a:t>my-app</a:t>
            </a:r>
            <a:r>
              <a:rPr lang="fr-FR" sz="2800" dirty="0">
                <a:solidFill>
                  <a:srgbClr val="0070C0"/>
                </a:solidFill>
                <a:latin typeface="Century Gothic" panose="020B0502020202020204" pitchFamily="34" charset="0"/>
              </a:rPr>
              <a:t> : Ajout du fichier .</a:t>
            </a:r>
            <a:r>
              <a:rPr lang="fr-FR" sz="2800" b="1" dirty="0" err="1">
                <a:solidFill>
                  <a:srgbClr val="0070C0"/>
                </a:solidFill>
                <a:latin typeface="Century Gothic" panose="020B0502020202020204" pitchFamily="34" charset="0"/>
              </a:rPr>
              <a:t>gitlab-ci.yml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2129F-E3EB-40D4-B69E-B8FB65412B96}"/>
              </a:ext>
            </a:extLst>
          </p:cNvPr>
          <p:cNvSpPr/>
          <p:nvPr/>
        </p:nvSpPr>
        <p:spPr>
          <a:xfrm>
            <a:off x="852756" y="3893904"/>
            <a:ext cx="914400" cy="246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D4FA43D-3DFF-411D-ABD9-57D9C7534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7" y="1317508"/>
            <a:ext cx="6345362" cy="24428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62A036C-C0A1-460B-B650-2ECA8B875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179" y="0"/>
            <a:ext cx="7250821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C1FACEA0-8ED2-4062-9519-C57D538A36B9}"/>
              </a:ext>
            </a:extLst>
          </p:cNvPr>
          <p:cNvSpPr txBox="1"/>
          <p:nvPr/>
        </p:nvSpPr>
        <p:spPr>
          <a:xfrm>
            <a:off x="92466" y="4628531"/>
            <a:ext cx="49829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dirty="0">
                <a:latin typeface="Century Gothic" panose="020B0502020202020204" pitchFamily="34" charset="0"/>
              </a:rPr>
              <a:t>Une fois ce fichier enregistré, le pipeline se lancera automatiquement.</a:t>
            </a:r>
            <a:endParaRPr lang="fr-FR" sz="19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371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91114"/>
            <a:ext cx="1150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pipeline</a:t>
            </a:r>
            <a:endParaRPr lang="fr-FR" sz="3600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2129F-E3EB-40D4-B69E-B8FB65412B96}"/>
              </a:ext>
            </a:extLst>
          </p:cNvPr>
          <p:cNvSpPr/>
          <p:nvPr/>
        </p:nvSpPr>
        <p:spPr>
          <a:xfrm>
            <a:off x="852756" y="3893904"/>
            <a:ext cx="914400" cy="246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19D80CBC-4DB3-4EA8-AC5F-870865610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" y="987425"/>
            <a:ext cx="9728200" cy="4883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6241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91114"/>
            <a:ext cx="1150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Pipeline exécuté avec succès</a:t>
            </a:r>
            <a:endParaRPr lang="fr-FR" sz="3600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2129F-E3EB-40D4-B69E-B8FB65412B96}"/>
              </a:ext>
            </a:extLst>
          </p:cNvPr>
          <p:cNvSpPr/>
          <p:nvPr/>
        </p:nvSpPr>
        <p:spPr>
          <a:xfrm>
            <a:off x="852756" y="3893904"/>
            <a:ext cx="914400" cy="246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2A0A0D6-7622-461C-88BC-79396EA5F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79" y="1282480"/>
            <a:ext cx="10552701" cy="46838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757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91114"/>
            <a:ext cx="1150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Log des Jobs exécutés</a:t>
            </a:r>
            <a:endParaRPr lang="fr-FR" sz="3600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2129F-E3EB-40D4-B69E-B8FB65412B96}"/>
              </a:ext>
            </a:extLst>
          </p:cNvPr>
          <p:cNvSpPr/>
          <p:nvPr/>
        </p:nvSpPr>
        <p:spPr>
          <a:xfrm>
            <a:off x="852756" y="3893904"/>
            <a:ext cx="914400" cy="246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E9EFDBD8-6361-4483-AC0E-79377F1D0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440" y="779348"/>
            <a:ext cx="5117039" cy="1943303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DF5B3609-379C-4AFD-BE4B-BC6A2C5F5D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6" y="1508810"/>
            <a:ext cx="5621368" cy="396217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65B1BCF-DC70-44C7-A7A5-08F4955CE150}"/>
              </a:ext>
            </a:extLst>
          </p:cNvPr>
          <p:cNvSpPr txBox="1"/>
          <p:nvPr/>
        </p:nvSpPr>
        <p:spPr>
          <a:xfrm>
            <a:off x="1634446" y="5638326"/>
            <a:ext cx="255826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latin typeface="Century Gothic" panose="020B0502020202020204" pitchFamily="34" charset="0"/>
              </a:rPr>
              <a:t>Job 1 : </a:t>
            </a:r>
            <a:r>
              <a:rPr lang="fr-FR" sz="1900" dirty="0" err="1">
                <a:latin typeface="Century Gothic" panose="020B0502020202020204" pitchFamily="34" charset="0"/>
              </a:rPr>
              <a:t>maven</a:t>
            </a:r>
            <a:r>
              <a:rPr lang="fr-FR" sz="1900" dirty="0">
                <a:latin typeface="Century Gothic" panose="020B0502020202020204" pitchFamily="34" charset="0"/>
              </a:rPr>
              <a:t>-build</a:t>
            </a:r>
            <a:endParaRPr lang="fr-FR" sz="1900" b="1" dirty="0">
              <a:latin typeface="Century Gothic" panose="020B0502020202020204" pitchFamily="34" charset="0"/>
            </a:endParaRPr>
          </a:p>
        </p:txBody>
      </p:sp>
      <p:pic>
        <p:nvPicPr>
          <p:cNvPr id="13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877A2D92-B21D-44FC-9F40-9D19D7669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440" y="3498985"/>
            <a:ext cx="5117039" cy="266976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2BDA83D-007C-43A9-9F90-748D1442DD11}"/>
              </a:ext>
            </a:extLst>
          </p:cNvPr>
          <p:cNvSpPr txBox="1"/>
          <p:nvPr/>
        </p:nvSpPr>
        <p:spPr>
          <a:xfrm>
            <a:off x="8208194" y="2764554"/>
            <a:ext cx="255826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latin typeface="Century Gothic" panose="020B0502020202020204" pitchFamily="34" charset="0"/>
              </a:rPr>
              <a:t>Job 2 :</a:t>
            </a:r>
            <a:r>
              <a:rPr lang="fr-FR" sz="1900" dirty="0">
                <a:latin typeface="Century Gothic" panose="020B0502020202020204" pitchFamily="34" charset="0"/>
              </a:rPr>
              <a:t> docker-build</a:t>
            </a:r>
            <a:endParaRPr lang="fr-FR" sz="1900" b="1" dirty="0">
              <a:latin typeface="Century Gothic" panose="020B0502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F82D69B-2FB1-4D7B-AB29-6F0FFDA9EE3F}"/>
              </a:ext>
            </a:extLst>
          </p:cNvPr>
          <p:cNvSpPr txBox="1"/>
          <p:nvPr/>
        </p:nvSpPr>
        <p:spPr>
          <a:xfrm>
            <a:off x="8340045" y="6216813"/>
            <a:ext cx="255826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latin typeface="Century Gothic" panose="020B0502020202020204" pitchFamily="34" charset="0"/>
              </a:rPr>
              <a:t>Job 3 :</a:t>
            </a:r>
            <a:r>
              <a:rPr lang="fr-FR" sz="1900" dirty="0">
                <a:latin typeface="Century Gothic" panose="020B0502020202020204" pitchFamily="34" charset="0"/>
              </a:rPr>
              <a:t> k8s-deploy</a:t>
            </a:r>
            <a:endParaRPr lang="fr-FR" sz="19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327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91114"/>
            <a:ext cx="11507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Résumé des Jobs exécutés</a:t>
            </a:r>
            <a:endParaRPr lang="fr-FR" sz="3600" dirty="0">
              <a:solidFill>
                <a:srgbClr val="0070C0"/>
              </a:solidFill>
            </a:endParaRPr>
          </a:p>
        </p:txBody>
      </p:sp>
      <p:pic>
        <p:nvPicPr>
          <p:cNvPr id="4" name="Image 3" descr="Une image contenant table&#10;&#10;Description générée automatiquement">
            <a:extLst>
              <a:ext uri="{FF2B5EF4-FFF2-40B4-BE49-F238E27FC236}">
                <a16:creationId xmlns:a16="http://schemas.microsoft.com/office/drawing/2014/main" id="{3C72EFFB-412A-4372-96E4-9D84386A3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50" y="1851025"/>
            <a:ext cx="9842500" cy="3155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1561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277402" y="91114"/>
            <a:ext cx="11507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rgbClr val="0070C0"/>
                </a:solidFill>
                <a:latin typeface="Century Gothic" panose="020B0502020202020204" pitchFamily="34" charset="0"/>
              </a:rPr>
              <a:t>Image Docker publiée dans le registre interne de </a:t>
            </a:r>
            <a:r>
              <a:rPr lang="fr-FR" sz="3600" dirty="0" err="1">
                <a:solidFill>
                  <a:srgbClr val="0070C0"/>
                </a:solidFill>
                <a:latin typeface="Century Gothic" panose="020B0502020202020204" pitchFamily="34" charset="0"/>
              </a:rPr>
              <a:t>Gitlab</a:t>
            </a:r>
            <a:endParaRPr lang="fr-FR" sz="3600" dirty="0">
              <a:solidFill>
                <a:srgbClr val="0070C0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7F1C277-0A57-439B-B0DA-1A7372F97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30" y="1814713"/>
            <a:ext cx="10798139" cy="37833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39073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181</Words>
  <Application>Microsoft Office PowerPoint</Application>
  <PresentationFormat>Widescreen</PresentationFormat>
  <Paragraphs>48</Paragraphs>
  <Slides>17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Driss Allaki</dc:creator>
  <cp:lastModifiedBy>Driss Allaki</cp:lastModifiedBy>
  <cp:revision>38</cp:revision>
  <dcterms:created xsi:type="dcterms:W3CDTF">2020-12-29T15:47:28Z</dcterms:created>
  <dcterms:modified xsi:type="dcterms:W3CDTF">2025-03-06T11:53:10Z</dcterms:modified>
</cp:coreProperties>
</file>